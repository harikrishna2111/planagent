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h31109517a6eec675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h31109517a6eec675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h31109517a6eec675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h31109517a6eec675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h31109517a6eec675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h31109517a6eec675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h31109517a6eec675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h31109517a6eec675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h31109517a6eec675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h31109517a6eec675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h31109517a6eec675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h31109517a6eec675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h31109517a6eec675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h31109517a6eec675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h31109517a6eec675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h31109517a6eec675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ECF1F7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image1.png" id="54" name="Google Shape;5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11362" y="1056264"/>
            <a:ext cx="868682" cy="1060705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603309" y="330124"/>
            <a:ext cx="79155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1C4587"/>
                </a:solidFill>
                <a:latin typeface="Cambria"/>
                <a:ea typeface="Cambria"/>
                <a:cs typeface="Cambria"/>
                <a:sym typeface="Cambria"/>
              </a:rPr>
              <a:t>PSG Institute of Technology and Applied Research</a:t>
            </a:r>
            <a:endParaRPr b="1" sz="2300">
              <a:solidFill>
                <a:srgbClr val="1C4587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1102187" y="2189850"/>
            <a:ext cx="7129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1C4587"/>
                </a:solidFill>
                <a:latin typeface="Cambria"/>
                <a:ea typeface="Cambria"/>
                <a:cs typeface="Cambria"/>
                <a:sym typeface="Cambria"/>
              </a:rPr>
              <a:t>Department of Artificial Intelligence and Data Science</a:t>
            </a:r>
            <a:endParaRPr b="1" sz="2000">
              <a:solidFill>
                <a:srgbClr val="1C4587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2858775" y="2893214"/>
            <a:ext cx="3088500" cy="6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&lt;&lt; Project Title &gt;&gt;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427925" y="3378558"/>
            <a:ext cx="3088500" cy="6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&lt;&lt; Submitted by</a:t>
            </a:r>
            <a:r>
              <a:rPr lang="en" sz="1800">
                <a:solidFill>
                  <a:schemeClr val="dk1"/>
                </a:solidFill>
              </a:rPr>
              <a:t> </a:t>
            </a:r>
            <a:r>
              <a:rPr lang="en" sz="1800">
                <a:solidFill>
                  <a:schemeClr val="dk1"/>
                </a:solidFill>
              </a:rPr>
              <a:t>&gt;&gt;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5563089" y="3344115"/>
            <a:ext cx="3088500" cy="6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&lt;&lt; Guided by &gt;&gt;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1C4587"/>
                </a:solidFill>
                <a:latin typeface="Cambria"/>
                <a:ea typeface="Cambria"/>
                <a:cs typeface="Cambria"/>
                <a:sym typeface="Cambria"/>
              </a:rPr>
              <a:t>Problem Statement</a:t>
            </a:r>
            <a:endParaRPr b="1" sz="2000">
              <a:solidFill>
                <a:srgbClr val="1C4587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65" name="Google Shape;65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1C4587"/>
                </a:solidFill>
                <a:latin typeface="Cambria"/>
                <a:ea typeface="Cambria"/>
                <a:cs typeface="Cambria"/>
                <a:sym typeface="Cambria"/>
              </a:rPr>
              <a:t>Abstract</a:t>
            </a:r>
            <a:endParaRPr b="1" sz="2000">
              <a:solidFill>
                <a:srgbClr val="1C4587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1C4587"/>
                </a:solidFill>
                <a:latin typeface="Cambria"/>
                <a:ea typeface="Cambria"/>
                <a:cs typeface="Cambria"/>
                <a:sym typeface="Cambria"/>
              </a:rPr>
              <a:t>Literature Survey</a:t>
            </a:r>
            <a:endParaRPr b="1" sz="2000">
              <a:solidFill>
                <a:srgbClr val="1C4587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77" name="Google Shape;7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1C4587"/>
                </a:solidFill>
                <a:latin typeface="Cambria"/>
                <a:ea typeface="Cambria"/>
                <a:cs typeface="Cambria"/>
                <a:sym typeface="Cambria"/>
              </a:rPr>
              <a:t>Workflow</a:t>
            </a:r>
            <a:endParaRPr b="1" sz="2000">
              <a:solidFill>
                <a:srgbClr val="1C4587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83" name="Google Shape;83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1C4587"/>
                </a:solidFill>
                <a:latin typeface="Cambria"/>
                <a:ea typeface="Cambria"/>
                <a:cs typeface="Cambria"/>
                <a:sym typeface="Cambria"/>
              </a:rPr>
              <a:t>Module Description</a:t>
            </a:r>
            <a:endParaRPr b="1" sz="2000">
              <a:solidFill>
                <a:srgbClr val="1C4587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89" name="Google Shape;89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1C4587"/>
                </a:solidFill>
                <a:latin typeface="Cambria"/>
                <a:ea typeface="Cambria"/>
                <a:cs typeface="Cambria"/>
                <a:sym typeface="Cambria"/>
              </a:rPr>
              <a:t>Technical Architecture</a:t>
            </a:r>
            <a:endParaRPr b="1" sz="2000">
              <a:solidFill>
                <a:srgbClr val="1C4587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95" name="Google Shape;95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1C4587"/>
                </a:solidFill>
                <a:latin typeface="Cambria"/>
                <a:ea typeface="Cambria"/>
                <a:cs typeface="Cambria"/>
                <a:sym typeface="Cambria"/>
              </a:rPr>
              <a:t>Tools, Technologies, and Models Used</a:t>
            </a:r>
            <a:endParaRPr b="1" sz="2000">
              <a:solidFill>
                <a:srgbClr val="1C4587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01" name="Google Shape;101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1C4587"/>
                </a:solidFill>
                <a:latin typeface="Cambria"/>
                <a:ea typeface="Cambria"/>
                <a:cs typeface="Cambria"/>
                <a:sym typeface="Cambria"/>
              </a:rPr>
              <a:t>References</a:t>
            </a:r>
            <a:endParaRPr b="1" sz="2000">
              <a:solidFill>
                <a:srgbClr val="1C4587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07" name="Google Shape;107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